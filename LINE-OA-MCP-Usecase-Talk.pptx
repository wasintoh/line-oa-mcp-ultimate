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640080"/>
            <a:ext cx="146304" cy="146304"/>
          </a:xfrm>
          <a:prstGeom prst="ellipse">
            <a:avLst/>
          </a:prstGeom>
          <a:solidFill>
            <a:srgbClr val="12314E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640080"/>
            <a:ext cx="146304" cy="14630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0" y="640080"/>
            <a:ext cx="146304" cy="146304"/>
          </a:xfrm>
          <a:prstGeom prst="ellipse">
            <a:avLst/>
          </a:prstGeom>
          <a:solidFill>
            <a:srgbClr val="12314E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1097280"/>
            <a:ext cx="146304" cy="14630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1097280"/>
            <a:ext cx="146304" cy="146304"/>
          </a:xfrm>
          <a:prstGeom prst="ellipse">
            <a:avLst/>
          </a:prstGeom>
          <a:solidFill>
            <a:srgbClr val="12314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1097280"/>
            <a:ext cx="146304" cy="14630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71600"/>
            <a:ext cx="5943600" cy="530352"/>
          </a:xfrm>
          <a:prstGeom prst="roundRect">
            <a:avLst>
              <a:gd name="adj" fmla="val 50000"/>
            </a:avLst>
          </a:prstGeom>
          <a:solidFill>
            <a:srgbClr val="12314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7160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Claude Cowork</a:t>
            </a:r>
            <a:pPr indent="0" marL="0">
              <a:buNone/>
            </a:pPr>
            <a:r>
              <a:rPr lang="en-US" sz="14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×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110642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5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Claude </a:t>
            </a:r>
            <a:pPr indent="0" marL="0">
              <a:lnSpc>
                <a:spcPct val="102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คือสุดยอด
</a:t>
            </a:r>
            <a:pPr indent="0" marL="0">
              <a:lnSpc>
                <a:spcPct val="102000"/>
              </a:lnSpc>
              <a:buNone/>
            </a:pPr>
            <a:r>
              <a:rPr lang="en-US" sz="45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“พนักงาน LINE OA” </a:t>
            </a:r>
            <a:pPr indent="0" marL="0">
              <a:lnSpc>
                <a:spcPct val="102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ของคุณ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566928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สั่งงานด้วยภาษาคน · ไม่ลาออก · ทำงานให้ตลอด 24 ชั่วโมง — เล่าผ่าน 10 เคสที่ทำได้จริง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" y="5440680"/>
            <a:ext cx="3840480" cy="0"/>
          </a:xfrm>
          <a:prstGeom prst="line">
            <a:avLst/>
          </a:prstGeom>
          <a:noFill/>
          <a:ln w="25400">
            <a:solidFill>
              <a:srgbClr val="06C7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ดร. วศิน ตรีสินธุรส</a:t>
            </a:r>
            <a:pPr indent="0" marL="0">
              <a:buNone/>
            </a:pPr>
            <a:r>
              <a:rPr lang="en-US" sz="1400" dirty="0">
                <a:solidFill>
                  <a:srgbClr val="9FB0B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·   LINE Certified Coach   ·   Innovation Vantage / ForgeAI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B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ใจความเดียวของวันนี้: ช่องว่างไม่ได้อยู่ที่ “มี AI” แต่อยู่ที่ “ใช้ AI ลงมือทำได้”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6F8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1984248"/>
            <a:ext cx="603504" cy="603504"/>
          </a:xfrm>
          <a:prstGeom prst="ellipse">
            <a:avLst/>
          </a:prstGeom>
          <a:solidFill>
            <a:srgbClr val="8A98A6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98424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55648" y="176479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เรารู้กันอยู่แล้วว่า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55648" y="2103120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ธุรกิจไทยแทบทุกแห่งอยู่บน LINE และทุกองค์กรกำลังพูดเรื่อง AI กันหมดแล้ว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13639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9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" y="3520440"/>
            <a:ext cx="603504" cy="603504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352044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55648" y="3300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26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แต่ความจริงที่หลายคนยังไม่เห็น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55648" y="3639312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ที่คนส่วนใหญ่เห็น คือแค่ “แชทตอบคำถาม” — ยังไม่ลงมือทำในระบบจริง และช่องว่างระหว่างคนที่สั่ง AI ทำงานได้ กับคนที่ยังพิมพ์ถาม-ตอบ กำลังถ่างออกเร็วขึ้นทุกวัน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672584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7F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86968" y="5056632"/>
            <a:ext cx="603504" cy="603504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505663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55648" y="483717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ดังนั้น ทางออกที่จับต้องได้วันนี้คือ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5175504"/>
            <a:ext cx="9646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Claude Cowork + LINE OA MCP — AI ที่ลงมือทำในระบบธุรกิจจริงด้วยภาษาคน ขอเวลา 15 นาที โชว์ 10 เคสที่ทำได้จริง และติดตั้งได้ใน 1 หน้า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เปรียบให้เห็นภาพ: นี่คือการได้ “ผู้เชี่ยวชาญ LINE ประจำบริษัท” มาหนึ่งคน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สั่งงานด้วยภาษาคน · ไม่ลาออก · ทำงานได้ตลอด 24 ชั่วโมง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F2F6F8"/>
          </a:solidFill>
          <a:ln/>
        </p:spPr>
      </p:sp>
      <p:sp>
        <p:nvSpPr>
          <p:cNvPr id="8" name="Shape 6"/>
          <p:cNvSpPr/>
          <p:nvPr/>
        </p:nvSpPr>
        <p:spPr>
          <a:xfrm>
            <a:off x="6281928" y="18745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0756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ถ้าจ้าง “แอดมิน LINE” เป็นคน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6248" y="20756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Claude Cowork + LINE MCP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7432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274320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เงินเดือนทุกเดือน + ต้องสอนงานหลายเดือน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6248" y="2779776"/>
            <a:ext cx="237744" cy="23774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27614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22008" y="2743200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รู้ทุกฟีเจอร์ LINE OA ตั้งแต่นาทีแรก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45643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345643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ทำได้ทีละงาน เลิกงาน 6 โมงเย็น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56248" y="3493008"/>
            <a:ext cx="237744" cy="23774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9" name="Text 17"/>
          <p:cNvSpPr/>
          <p:nvPr/>
        </p:nvSpPr>
        <p:spPr>
          <a:xfrm>
            <a:off x="6556248" y="347472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22008" y="3456432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ทำงานขนานกัน 24/7 ไม่มีวันลา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16966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5296" y="4169664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ทำเก่งเฉพาะเรื่องเดิมที่เคยสอน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56248" y="4206240"/>
            <a:ext cx="237744" cy="23774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4187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22008" y="4169664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broadcast, Flex, เมนู, คูปอง, ปิดการขาย — ครบในคนเดียว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488289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25296" y="488289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ลาออกแล้วความรู้หายไปกับตัว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56248" y="4919472"/>
            <a:ext cx="237744" cy="23774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29" name="Text 27"/>
          <p:cNvSpPr/>
          <p:nvPr/>
        </p:nvSpPr>
        <p:spPr>
          <a:xfrm>
            <a:off x="6556248" y="49011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22008" y="4882896"/>
            <a:ext cx="4526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อยู่กับบริษัทตลอด ส่งต่อทั้งทีมได้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เราไม่ได้พูดเรื่องการลดคน — แต่คือการทำให้พนักงาน 1 คน ทำงานได้เท่าทีมการตลาดทั้งทีม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 เคสจริง เล่าเป็น 4 องก์ — ไล่จาก “เห็น” สู่ “ขยาย”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0B1F3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325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หัวใจ: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เมื่อก่อนเราสั่งคอมพิวเตอร์ด้วยการ “คลิก” — วันนี้เราสั่งด้วย “ภาษาคน” แล้วมันลงมือทำในระบบจริงให้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2457450" cy="3200400"/>
          </a:xfrm>
          <a:prstGeom prst="roundRect">
            <a:avLst>
              <a:gd name="adj" fmla="val 2977"/>
            </a:avLst>
          </a:prstGeom>
          <a:solidFill>
            <a:srgbClr val="F2F6F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286000"/>
            <a:ext cx="2457450" cy="713232"/>
          </a:xfrm>
          <a:prstGeom prst="roundRect">
            <a:avLst>
              <a:gd name="adj" fmla="val 10256"/>
            </a:avLst>
          </a:prstGeom>
          <a:solidFill>
            <a:srgbClr val="06C75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286000"/>
            <a:ext cx="245745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3200400"/>
            <a:ext cx="20551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มองเห็นธุรกิจคุณ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8096" y="4069080"/>
            <a:ext cx="20551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ดูสุขภาพร้าน · วัดผลแคมเปญ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" y="5074920"/>
            <a:ext cx="205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เคส 1–2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35858" y="2286000"/>
            <a:ext cx="2457450" cy="3200400"/>
          </a:xfrm>
          <a:prstGeom prst="roundRect">
            <a:avLst>
              <a:gd name="adj" fmla="val 2977"/>
            </a:avLst>
          </a:prstGeom>
          <a:solidFill>
            <a:srgbClr val="F2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435858" y="2286000"/>
            <a:ext cx="2457450" cy="713232"/>
          </a:xfrm>
          <a:prstGeom prst="roundRect">
            <a:avLst>
              <a:gd name="adj" fmla="val 10256"/>
            </a:avLst>
          </a:prstGeom>
          <a:solidFill>
            <a:srgbClr val="06C755"/>
          </a:solidFill>
          <a:ln/>
        </p:spPr>
      </p:sp>
      <p:sp>
        <p:nvSpPr>
          <p:cNvPr id="16" name="Text 14"/>
          <p:cNvSpPr/>
          <p:nvPr/>
        </p:nvSpPr>
        <p:spPr>
          <a:xfrm>
            <a:off x="3435858" y="2286000"/>
            <a:ext cx="245745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37026" y="3200400"/>
            <a:ext cx="20551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ลงมือทำแทนคุณ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37026" y="4069080"/>
            <a:ext cx="20551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ยิงโปรเจาะกลุ่ม · ทำเมนู · กลุ่มลูกค้า · คูปอง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37026" y="5074920"/>
            <a:ext cx="205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เคส 3–6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4788" y="2286000"/>
            <a:ext cx="2457450" cy="3200400"/>
          </a:xfrm>
          <a:prstGeom prst="roundRect">
            <a:avLst>
              <a:gd name="adj" fmla="val 2977"/>
            </a:avLst>
          </a:prstGeom>
          <a:solidFill>
            <a:srgbClr val="F2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4788" y="2286000"/>
            <a:ext cx="2457450" cy="713232"/>
          </a:xfrm>
          <a:prstGeom prst="roundRect">
            <a:avLst>
              <a:gd name="adj" fmla="val 10256"/>
            </a:avLst>
          </a:prstGeom>
          <a:solidFill>
            <a:srgbClr val="06C755"/>
          </a:solidFill>
          <a:ln/>
        </p:spPr>
      </p:sp>
      <p:sp>
        <p:nvSpPr>
          <p:cNvPr id="22" name="Text 20"/>
          <p:cNvSpPr/>
          <p:nvPr/>
        </p:nvSpPr>
        <p:spPr>
          <a:xfrm>
            <a:off x="6304788" y="2286000"/>
            <a:ext cx="245745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05956" y="3200400"/>
            <a:ext cx="20551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ช่วยขายและปิดการขาย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05956" y="4069080"/>
            <a:ext cx="20551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เปิดขายสินค้า · ปิดการขายในแชท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05956" y="5074920"/>
            <a:ext cx="205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เคส 7–8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73718" y="2286000"/>
            <a:ext cx="2457450" cy="3200400"/>
          </a:xfrm>
          <a:prstGeom prst="roundRect">
            <a:avLst>
              <a:gd name="adj" fmla="val 2977"/>
            </a:avLst>
          </a:prstGeom>
          <a:solidFill>
            <a:srgbClr val="F2F6F8"/>
          </a:solidFill>
          <a:ln/>
        </p:spPr>
      </p:sp>
      <p:sp>
        <p:nvSpPr>
          <p:cNvPr id="27" name="Shape 25"/>
          <p:cNvSpPr/>
          <p:nvPr/>
        </p:nvSpPr>
        <p:spPr>
          <a:xfrm>
            <a:off x="9173718" y="2286000"/>
            <a:ext cx="2457450" cy="713232"/>
          </a:xfrm>
          <a:prstGeom prst="roundRect">
            <a:avLst>
              <a:gd name="adj" fmla="val 10256"/>
            </a:avLst>
          </a:prstGeom>
          <a:solidFill>
            <a:srgbClr val="06C755"/>
          </a:solidFill>
          <a:ln/>
        </p:spPr>
      </p:sp>
      <p:sp>
        <p:nvSpPr>
          <p:cNvPr id="28" name="Text 26"/>
          <p:cNvSpPr/>
          <p:nvPr/>
        </p:nvSpPr>
        <p:spPr>
          <a:xfrm>
            <a:off x="9173718" y="2286000"/>
            <a:ext cx="245745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74886" y="3200400"/>
            <a:ext cx="205511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ดูแลตัวเองและขยายสเกล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374886" y="4069080"/>
            <a:ext cx="205511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แก้ปัญหาแทนลูกค้า · หลายร้าน + อัตโนมัติ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74886" y="5074920"/>
            <a:ext cx="20551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เคส 9–10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เป้าหมายของ talk: ว้าว → วางใจ → ทำตามได้จริง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1 · AI มองเห็นธุรกิจคุณ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ถามประโยคเดียว เห็นสุขภาพร้านทั้งเดือน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“สรุปสถานะ LINE OA ร้านเราให้หน่อย”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ดึงยอดเพื่อน โควต้าข้อความเดือนนี้ และ engagement รายสัปดาห์ มาสรุปเป็นการ์ดเดียว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line_get_oa_status · line_get_oa_report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งานที่เคยต้อง Login เข้า Insight ไล่คลิกหลายหน้า แล้วแคปหน้าจอ — เหลือแค่ถาม 1 ประโยค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1 · AI มองเห็นธุรกิจคุณ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วัดผลแคมเปญด้วยข้อมูล ไม่ใช่ด้วยความรู้สึก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“แคมเปญโปรเที่ยงวานนี้ ส่งถึงกี่คน เปิดกี่เปอร์เซ็นต์”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อ่านสถิติการส่งและ engagement ของ broadcast ที่ยิงไป และเช็คว่าส่งครบหรือยัง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line_get_message_stats · line_get_narrowcast_progress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ตัดสินใจแคมเปญรอบหน้าจากตัวเลขจริง — ผู้นำเปลี่ยนจาก “เดา” เป็น “รู้”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2 · AI ลงมือทำแทนคุณ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01768" y="4572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</p:sp>
      <p:sp>
        <p:nvSpPr>
          <p:cNvPr id="8" name="Text 6"/>
          <p:cNvSpPr/>
          <p:nvPr/>
        </p:nvSpPr>
        <p:spPr>
          <a:xfrm>
            <a:off x="5001768" y="457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 เคสเรือธง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ยิงโปรเจาะกลุ่มเป้าหมาย แค่พูดเป็นภาษาคน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“ส่งโปรวันแม่ ให้เฉพาะลูกค้าผู้หญิง อายุ 25–44 ที่อยู่กรุงเทพ”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7" name="Text 15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แปลงเป้าหมายเป็น narrowcast เจาะ demographic + ตรวจความถูกต้องและประเมินค่าส่งก่อนยิงจริง (โหมด dry run)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line_send_message (narrowcast + dry_run)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เจ้าของร้านไม่ต้องรู้ศัพท์ว่า narrowcast เลย — การยิงเจาะกลุ่มที่เคยต้องมีทีมการตลาด เหลือประโยคเดียว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2 · AI ลงมือทำแทนคุณ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หน้าตาร้านระดับมืออาชีพ ในคำสั่งเดียว ไม่ต้องจ้างกราฟิก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“สร้าง Rich Menu ธีมวันแม่ แล้วตั้งเป็นเมนูหลักให้เลย”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สร้างเมนู + อัปโหลดรูป + ตั้งเป็นค่าเริ่มต้น ครบในขั้นตอนเดียว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line_build_rich_menu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งานที่เคยใช้เวลาครึ่งวันและต้องพึ่งกราฟิก/dev — จบใน 1 ประโยค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2 · AI ลงมือทำแทนคุณ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เปลี่ยนรายชื่อลูกค้าเก่า ให้เป็นสินทรัพย์การตลาด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“ลูกค้าที่ซื้อเดือนที่แล้วอยู่ในไฟล์นี้ ทำเป็นกลุ่มไว้ยิงโปรรอบหน้า”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อ่านไฟล์ CSV แล้วสร้างเป็น Audience สำหรับยิงซ้ำกลุ่มเดิมได้ทันที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line_build_audience_from_csv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ยิงซ้ำกลุ่มคนที่เคยซื้อ — ต้นทุนต่ำกว่าและปิดการขายง่ายกว่าการหาลูกค้าใหม่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2 · AI ลงมือทำแทนคุณ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สร้าง–ส่ง–วัดผลคูปอง ครบจบในบทสนทนาเดียว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“สร้างคูปองลด 50 บาท ส่งให้ลูกค้า แล้วอีก 3 วันสรุปว่ามีคนใช้กี่คน”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สร้างคูปอง LINE จริง → ส่งเข้าแชทเป็นคูปอง → ดึงสถิติจำนวนคนกดใช้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line_manage_coupon · line_get_coupon_stats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วงจร loyalty ที่ปกติต้องสลับ 3 หน้าจอ — จบในแชทเดียว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3 · AI ช่วยขายและปิดการขาย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เป็นแอดมินหลังร้าน เปิดขายสินค้าด้วยภาษาคน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“เพิ่มเสื้อยืดรุ่นใหม่ 299 บาท สต็อก 50 ตัว แล้วเปิดให้ลูกค้าเห็นเลย”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สร้างสินค้า + ตั้งสต็อก + เปิดการมองเห็น บน LINE Shopping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line_create_product · line_manage_inventory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จัดการหน้าร้านด้วยภาษาคน ไม่ต้องนั่งกรอกฟอร์มหลังบ้านทีละช่อง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3 · AI ช่วยขายและปิดการขาย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ปิดการขายจบในแชท ตั้งแต่ลิงก์จ่ายเงินถึงใบปะหน้า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“ลูกค้าเอา 2 ชิ้น สร้างลิงก์จ่ายเงิน พอจ่ายแล้วออกใบปะหน้าส่งของเลย”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สร้างลิงก์ชำระเงิน + ยืนยันออเดอร์ + พิมพ์ใบปะหน้าพัสดุ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line_create_checkout_link · line_fulfill_order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“chat commerce” ที่คนไทยทำกันทุกวัน — แค่ทำให้เร็วขึ้นสิบเท่า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4 · AI ดูแลตัวเองและขยายสเกล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09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ลูกค้ากดเมนูไม่ขึ้น? AI วินิจฉัยให้ ไม่ต้องง้อ dev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“ลูกค้าบ่นว่ากดเมนูในแชทไม่ขึ้น ช่วยเช็คให้หน่อย”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ตรวจวินิจฉัยว่าทำไมผู้ใช้คนนั้นไม่เห็นเมนู แล้วบอกวิธีแก้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line_audit_user_menu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ปัญหาเทคนิคที่ปกติต้องโทรหา dev — เจ้าของร้านแก้เองได้ ลดการพึ่งทีมไอที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7F8E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572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องก์ 4 · AI ดูแลตัวเองและขยายสเกล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82735" y="38404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CE6E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CASE 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ดูแลหลายร้านพร้อมกัน แล้วให้มันทำงานเองทุกเช้า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66928" y="23317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606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พูดกับ Claude ว่า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044952"/>
            <a:ext cx="4709160" cy="0"/>
          </a:xfrm>
          <a:prstGeom prst="line">
            <a:avLst/>
          </a:prstGeom>
          <a:noFill/>
          <a:ln w="19050">
            <a:solidFill>
              <a:srgbClr val="123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00400"/>
            <a:ext cx="4709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“สรุปสถานะ OA ลูกค้าทั้ง 8 ราย แล้วตั้งให้ส่งสรุปออเดอร์ใหม่ทุกเช้า 8 โมง”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81928" y="23317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2606040"/>
            <a:ext cx="310896" cy="310896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74536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2578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เบื้องหลังที่ระบบทำให้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92824" y="3008376"/>
            <a:ext cx="472744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อ่านข้อมูลข้ามหลาย OA พร้อมกัน + ตั้ง Scheduled Task ให้ทำงานเองทุกวัน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92824" y="3721608"/>
            <a:ext cx="47274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line_run_on_many_oas + Cowork Scheduled Task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251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F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4526280"/>
            <a:ext cx="310896" cy="310896"/>
          </a:xfrm>
          <a:prstGeom prst="ellipse">
            <a:avLst/>
          </a:prstGeom>
          <a:solidFill>
            <a:srgbClr val="04A2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453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44988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ทำไมถึงว้าว / ได้อะไร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92824" y="4937760"/>
            <a:ext cx="47274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คำสั่งดูแลทั้งพอร์ต และตั้งครั้งเดียวมันทำเองทุกวัน — ก้าวจาก “ผู้ช่วย” สู่ “พนักงานที่ไม่หลับ”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AI ที่ดี ไม่ใช่ AI ที่ทำทุกอย่างที่สั่ง — แต่รู้ว่าเมื่อไหร่ควรหยุดถามเราก่อน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ระบบมี “เบรก” ในตัวจริง — จุดที่ทำให้ผู้บริหารและองค์กรวางใจ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532638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2240280"/>
            <a:ext cx="548640" cy="548640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18488" y="2194560"/>
            <a:ext cx="40462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ตรวจก่อนส่งเสมอ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18488" y="2697480"/>
            <a:ext cx="40462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Pre-flight validate ทุกครั้ง ถ้าข้อมูลผิดจะไม่ยิงออก ไม่เปลืองโควต้า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4788" y="1920240"/>
            <a:ext cx="532638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4828" y="2240280"/>
            <a:ext cx="548640" cy="548640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4" name="Text 12"/>
          <p:cNvSpPr/>
          <p:nvPr/>
        </p:nvSpPr>
        <p:spPr>
          <a:xfrm>
            <a:off x="662482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56348" y="2194560"/>
            <a:ext cx="40462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Quota Guardian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56348" y="2697480"/>
            <a:ext cx="40462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ใกล้เต็มโควต้าข้อความเดือนนี้ ระบบเตือนและขอยืนยันก่อนเสมอ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931920"/>
            <a:ext cx="532638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" y="4251960"/>
            <a:ext cx="548640" cy="548640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18488" y="4206240"/>
            <a:ext cx="40462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Quiet Hours 22:00–08:00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18488" y="4709160"/>
            <a:ext cx="40462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กันยิงข้อความดึกรบกวนลูกค้า ต้องยืนยันถึงจะส่งจริง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4788" y="3931920"/>
            <a:ext cx="5326380" cy="1691640"/>
          </a:xfrm>
          <a:prstGeom prst="roundRect">
            <a:avLst>
              <a:gd name="adj" fmla="val 4324"/>
            </a:avLst>
          </a:prstGeom>
          <a:solidFill>
            <a:srgbClr val="F2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624828" y="4251960"/>
            <a:ext cx="548640" cy="548640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24" name="Text 22"/>
          <p:cNvSpPr/>
          <p:nvPr/>
        </p:nvSpPr>
        <p:spPr>
          <a:xfrm>
            <a:off x="6624828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56348" y="4206240"/>
            <a:ext cx="40462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โหมด dry run / draft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56348" y="4709160"/>
            <a:ext cx="40462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ลองดูผลและประเมินค่าใช้จ่ายก่อน โดยที่ยังไม่ส่งจริง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กลไกความปลอดภัยถูกฝังในทุกเครื่องมือที่ “ส่งจริง / เปลืองโควต้า”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ติดตั้งจบใน 1 หน้า — ไม่มี Server ไม่มีโค้ด ใช้ได้ทั้งบริษัท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ครั้งเดียว ~5 นาที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66928" cy="56692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44168" y="178308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 Token  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 LINE OA → คัดลอก Channel Access Token (เหมือนรหัสผ่านของร้าน 1 อัน)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532888"/>
            <a:ext cx="566928" cy="56692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44168" y="253288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วางตั้งค่า 1 บล็อก  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 Claude Cowork → Settings → Developer → วางโค้ดด้านล่าง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282696"/>
            <a:ext cx="566928" cy="56692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2826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44168" y="3282696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เปิดใหม่ 1 ครั้ง  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ปิด–เปิด Claude ใหม่ เพื่อโหลดผู้ช่วยคนใหม่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032504"/>
            <a:ext cx="566928" cy="566928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0325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44168" y="40325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พิมพ์ทดสอบ   </a:t>
            </a:r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พิมพ์ว่า “ดูสถานะ OA หน่อย” → เห็นการ์ดสรุปร้าน = พร้อมใช้งาน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1783080"/>
            <a:ext cx="5212080" cy="2331720"/>
          </a:xfrm>
          <a:prstGeom prst="roundRect">
            <a:avLst>
              <a:gd name="adj" fmla="val 2353"/>
            </a:avLst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วางบล็อกนี้ (สั้นแค่นี้จริง)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2240280"/>
            <a:ext cx="4754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"mcpServers":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"line":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"command": "npx",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"args": ["-y", "line-oa-mcp-ultimate"],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"env": { "LINE_CHANNEL_ACCESS_TOKEN": "วาง Token"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F5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6177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7F8EE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68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2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 “ไม่ต้อง” มี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" y="51389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✕ ไม่ต้องมี Server      ✕ ไม่ต้องมี Database      ✕ ไม่ต้องเขียนโค้ด      ✕ ไม่ต้องมีเว็บไซต์      ✕ ไม่ต้องจ้าง Dev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86968" y="55229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ออปชัน: อยากให้ขายของในแชทได้ด้วย — เพิ่มอีก 1 บรรทัด LINE_MYSHOP_API_KEY แล้ว 14 เครื่องมือร้านค้าจะปลดล็อกเอง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46304" cy="146304"/>
          </a:xfrm>
          <a:prstGeom prst="ellipse">
            <a:avLst/>
          </a:prstGeom>
          <a:solidFill>
            <a:srgbClr val="12314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685800"/>
            <a:ext cx="146304" cy="14630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685800"/>
            <a:ext cx="146304" cy="146304"/>
          </a:xfrm>
          <a:prstGeom prst="ellipse">
            <a:avLst/>
          </a:prstGeom>
          <a:solidFill>
            <a:srgbClr val="12314E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1143000"/>
            <a:ext cx="146304" cy="14630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0" y="1143000"/>
            <a:ext cx="146304" cy="146304"/>
          </a:xfrm>
          <a:prstGeom prst="ellipse">
            <a:avLst/>
          </a:prstGeom>
          <a:solidFill>
            <a:srgbClr val="12314E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0" y="1143000"/>
            <a:ext cx="146304" cy="146304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C75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วันนี้คือ LINE — พรุ่งนี้คือทุกระบบ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24688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หัวใจไม่ได้อยู่ที่ LINE
</a:t>
            </a:r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แต่คือ AI ที่ “ลงมือทำงานในระบบจริง” แทนเรา ด้วยภาษาคน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566928" y="4297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9D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วันนี้คือ LINE  ·  พรุ่งนี้คือระบบบัญชี ระบบ HR ระบบราชการ — เทคโนโลยีตัวเชื่อมนี้ชื่อ MCP และมันกำลังเปลี่ยนนิยามของคำว่า “ใช้คอมพิวเตอร์เป็น”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5440680"/>
            <a:ext cx="3840480" cy="0"/>
          </a:xfrm>
          <a:prstGeom prst="line">
            <a:avLst/>
          </a:prstGeom>
          <a:noFill/>
          <a:ln w="25400">
            <a:solidFill>
              <a:srgbClr val="06C7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ดร. วศิน ตรีสินธุรส</a:t>
            </a:r>
            <a:pPr indent="0" marL="0">
              <a:buNone/>
            </a:pPr>
            <a:r>
              <a:rPr lang="en-US" sz="1400" dirty="0">
                <a:solidFill>
                  <a:srgbClr val="9FB0B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   ·   LINE Certified Coach   ·   ขอบคุณครับ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6382512"/>
            <a:ext cx="118872" cy="118872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6327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B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LINE OA MCP Ultimate  ×  Claude Cowork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ลงมือทำงานจริง ผ่าน LINE OA + Claude Cowork</dc:title>
  <dc:subject>PptxGenJS Presentation</dc:subject>
  <dc:creator>Dr. Wasin Treesinthuros</dc:creator>
  <cp:lastModifiedBy>Dr. Wasin Treesinthuros</cp:lastModifiedBy>
  <cp:revision>1</cp:revision>
  <dcterms:created xsi:type="dcterms:W3CDTF">2026-06-25T04:21:54Z</dcterms:created>
  <dcterms:modified xsi:type="dcterms:W3CDTF">2026-06-25T04:21:54Z</dcterms:modified>
</cp:coreProperties>
</file>